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32de109e944445" /><Relationship Type="http://schemas.openxmlformats.org/officeDocument/2006/relationships/extended-properties" Target="/docProps/app.xml" Id="Ra30d82c8ad2847c3" /><Relationship Type="http://schemas.openxmlformats.org/officeDocument/2006/relationships/officeDocument" Target="/ppt/presentation.xml" Id="R98c1c871636c47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74aee7438c4d5c"/>
  </p:sldMasterIdLst>
  <p:notesMasterIdLst>
    <p:notesMasterId xmlns:r="http://schemas.openxmlformats.org/officeDocument/2006/relationships" r:id="Rc8b113c0c76b43eb"/>
  </p:notesMasterIdLst>
  <p:sldIdLst>
    <p:sldId xmlns:r="http://schemas.openxmlformats.org/officeDocument/2006/relationships" id="256" r:id="R2f1aa6d4463e436d"/>
    <p:sldId xmlns:r="http://schemas.openxmlformats.org/officeDocument/2006/relationships" id="257" r:id="Rc424350c3db64eea"/>
    <p:sldId xmlns:r="http://schemas.openxmlformats.org/officeDocument/2006/relationships" id="258" r:id="Rc0aa228115c04af5"/>
    <p:sldId xmlns:r="http://schemas.openxmlformats.org/officeDocument/2006/relationships" id="259" r:id="Rbfa5079eb3d64571"/>
    <p:sldId xmlns:r="http://schemas.openxmlformats.org/officeDocument/2006/relationships" id="260" r:id="Rcb073522be674222"/>
    <p:sldId xmlns:r="http://schemas.openxmlformats.org/officeDocument/2006/relationships" id="261" r:id="R77a192bbd22a4d8d"/>
    <p:sldId xmlns:r="http://schemas.openxmlformats.org/officeDocument/2006/relationships" id="262" r:id="R319d88f36af24a7a"/>
    <p:sldId xmlns:r="http://schemas.openxmlformats.org/officeDocument/2006/relationships" id="263" r:id="R1743bffa0acf4561"/>
    <p:sldId xmlns:r="http://schemas.openxmlformats.org/officeDocument/2006/relationships" id="264" r:id="Rc231e2274c494ace"/>
    <p:sldId xmlns:r="http://schemas.openxmlformats.org/officeDocument/2006/relationships" id="265" r:id="Rf3796645214c4e9b"/>
    <p:sldId xmlns:r="http://schemas.openxmlformats.org/officeDocument/2006/relationships" id="266" r:id="Rcaa10abed9764ce7"/>
    <p:sldId xmlns:r="http://schemas.openxmlformats.org/officeDocument/2006/relationships" id="267" r:id="R280e3a9a851a4458"/>
    <p:sldId xmlns:r="http://schemas.openxmlformats.org/officeDocument/2006/relationships" id="268" r:id="R50a562460b6d4fd1"/>
    <p:sldId xmlns:r="http://schemas.openxmlformats.org/officeDocument/2006/relationships" id="269" r:id="R574e7c29559042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dbe887ec1b4714" /><Relationship Type="http://schemas.openxmlformats.org/officeDocument/2006/relationships/slideMaster" Target="/ppt/slideMasters/slideMaster1.xml" Id="Rc274aee7438c4d5c" /><Relationship Type="http://schemas.openxmlformats.org/officeDocument/2006/relationships/notesMaster" Target="/ppt/notesMasters/notesMaster1.xml" Id="Rc8b113c0c76b43eb" /><Relationship Type="http://schemas.openxmlformats.org/officeDocument/2006/relationships/presProps" Target="/ppt/presProps.xml" Id="R9924cbb1bbeb4e38" /><Relationship Type="http://schemas.openxmlformats.org/officeDocument/2006/relationships/tableStyles" Target="/ppt/tableStyles.xml" Id="R50b9e1db90654d49" /><Relationship Type="http://schemas.openxmlformats.org/officeDocument/2006/relationships/slide" Target="/ppt/slides/slide1.xml" Id="R2f1aa6d4463e436d" /><Relationship Type="http://schemas.openxmlformats.org/officeDocument/2006/relationships/slide" Target="/ppt/slides/slide2.xml" Id="Rc424350c3db64eea" /><Relationship Type="http://schemas.openxmlformats.org/officeDocument/2006/relationships/slide" Target="/ppt/slides/slide3.xml" Id="Rc0aa228115c04af5" /><Relationship Type="http://schemas.openxmlformats.org/officeDocument/2006/relationships/slide" Target="/ppt/slides/slide4.xml" Id="Rbfa5079eb3d64571" /><Relationship Type="http://schemas.openxmlformats.org/officeDocument/2006/relationships/slide" Target="/ppt/slides/slide5.xml" Id="Rcb073522be674222" /><Relationship Type="http://schemas.openxmlformats.org/officeDocument/2006/relationships/slide" Target="/ppt/slides/slide6.xml" Id="R77a192bbd22a4d8d" /><Relationship Type="http://schemas.openxmlformats.org/officeDocument/2006/relationships/slide" Target="/ppt/slides/slide7.xml" Id="R319d88f36af24a7a" /><Relationship Type="http://schemas.openxmlformats.org/officeDocument/2006/relationships/slide" Target="/ppt/slides/slide8.xml" Id="R1743bffa0acf4561" /><Relationship Type="http://schemas.openxmlformats.org/officeDocument/2006/relationships/slide" Target="/ppt/slides/slide9.xml" Id="Rc231e2274c494ace" /><Relationship Type="http://schemas.openxmlformats.org/officeDocument/2006/relationships/slide" Target="/ppt/slides/slide10.xml" Id="Rf3796645214c4e9b" /><Relationship Type="http://schemas.openxmlformats.org/officeDocument/2006/relationships/slide" Target="/ppt/slides/slide11.xml" Id="Rcaa10abed9764ce7" /><Relationship Type="http://schemas.openxmlformats.org/officeDocument/2006/relationships/slide" Target="/ppt/slides/slide12.xml" Id="R280e3a9a851a4458" /><Relationship Type="http://schemas.openxmlformats.org/officeDocument/2006/relationships/slide" Target="/ppt/slides/slide13.xml" Id="R50a562460b6d4fd1" /><Relationship Type="http://schemas.openxmlformats.org/officeDocument/2006/relationships/slide" Target="/ppt/slides/slide14.xml" Id="R574e7c29559042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29b68703ea43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1bbdf60e3445b3" /><Relationship Type="http://schemas.openxmlformats.org/officeDocument/2006/relationships/notesMaster" Target="/ppt/notesMasters/notesMaster1.xml" Id="R612bc3949faa45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e09a20d4314ba1" /><Relationship Type="http://schemas.openxmlformats.org/officeDocument/2006/relationships/notesMaster" Target="/ppt/notesMasters/notesMaster1.xml" Id="R53005d54e31d4e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2eef49d547404f" /><Relationship Type="http://schemas.openxmlformats.org/officeDocument/2006/relationships/notesMaster" Target="/ppt/notesMasters/notesMaster1.xml" Id="R69d96d487ffd49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798e333ea04cbf" /><Relationship Type="http://schemas.openxmlformats.org/officeDocument/2006/relationships/notesMaster" Target="/ppt/notesMasters/notesMaster1.xml" Id="R8d083f666ad143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fd8a4eba374528" /><Relationship Type="http://schemas.openxmlformats.org/officeDocument/2006/relationships/notesMaster" Target="/ppt/notesMasters/notesMaster1.xml" Id="R00d45002990b4d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c710f094544913" /><Relationship Type="http://schemas.openxmlformats.org/officeDocument/2006/relationships/notesMaster" Target="/ppt/notesMasters/notesMaster1.xml" Id="Rb926cfb7aaa549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09edf3dfb943cf" /><Relationship Type="http://schemas.openxmlformats.org/officeDocument/2006/relationships/notesMaster" Target="/ppt/notesMasters/notesMaster1.xml" Id="R5b7d1e99dc7c47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56c4eb96c24034" /><Relationship Type="http://schemas.openxmlformats.org/officeDocument/2006/relationships/notesMaster" Target="/ppt/notesMasters/notesMaster1.xml" Id="Rfed83938e37b47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3bdfaa958548d7" /><Relationship Type="http://schemas.openxmlformats.org/officeDocument/2006/relationships/notesMaster" Target="/ppt/notesMasters/notesMaster1.xml" Id="Rc91e31eb2c2c43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96fde7120941f9" /><Relationship Type="http://schemas.openxmlformats.org/officeDocument/2006/relationships/notesMaster" Target="/ppt/notesMasters/notesMaster1.xml" Id="R742df7012f3b4b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6251c945c848e4" /><Relationship Type="http://schemas.openxmlformats.org/officeDocument/2006/relationships/notesMaster" Target="/ppt/notesMasters/notesMaster1.xml" Id="R32301c594d8741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703ee6ad7e4fae" /><Relationship Type="http://schemas.openxmlformats.org/officeDocument/2006/relationships/notesMaster" Target="/ppt/notesMasters/notesMaster1.xml" Id="Rfbde781fe6e44b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9eabcd5bb44579" /><Relationship Type="http://schemas.openxmlformats.org/officeDocument/2006/relationships/notesMaster" Target="/ppt/notesMasters/notesMaster1.xml" Id="R8f2d39f5f0a74d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582631704942f5" /><Relationship Type="http://schemas.openxmlformats.org/officeDocument/2006/relationships/notesMaster" Target="/ppt/notesMasters/notesMaster1.xml" Id="R5e847df819d44e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README.md, DemoGuide.md, and implementation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BillingReconciliationWorkflowImpl, BatchReconciliationWorkflowImpl, ReconciliationFileStore.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FileActivitiesImpl.locateAndValidate and ActivityStubs retry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c44a55526340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5091705bd2437e" /><Relationship Type="http://schemas.openxmlformats.org/officeDocument/2006/relationships/slideLayout" Target="/ppt/slideLayouts/slideLayout1.xml" Id="R6db8c0afdf3548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b8c0afdf3548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e82d468cd44f8" /><Relationship Type="http://schemas.openxmlformats.org/officeDocument/2006/relationships/notesSlide" Target="/ppt/notesSlides/notesSlide1.xml" Id="R59a68c8333a845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6594b476147c5" /><Relationship Type="http://schemas.openxmlformats.org/officeDocument/2006/relationships/notesSlide" Target="/ppt/notesSlides/notesSlide2.xml" Id="R132b556481e745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7fe5377fe450e" /><Relationship Type="http://schemas.openxmlformats.org/officeDocument/2006/relationships/notesSlide" Target="/ppt/notesSlides/notesSlide3.xml" Id="Rf2a9bc7ba76944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d6fd0957c4644" /><Relationship Type="http://schemas.openxmlformats.org/officeDocument/2006/relationships/notesSlide" Target="/ppt/notesSlides/notesSlide4.xml" Id="R94ee5bf308044e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cd08b2cb1430f" /><Relationship Type="http://schemas.openxmlformats.org/officeDocument/2006/relationships/notesSlide" Target="/ppt/notesSlides/notesSlide5.xml" Id="Rc581197bfff248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74d602fde405c" /><Relationship Type="http://schemas.openxmlformats.org/officeDocument/2006/relationships/notesSlide" Target="/ppt/notesSlides/notesSlide6.xml" Id="Rd8c7fab3a26340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64cec74b34ec6" /><Relationship Type="http://schemas.openxmlformats.org/officeDocument/2006/relationships/notesSlide" Target="/ppt/notesSlides/notesSlide7.xml" Id="Rdc62eed0960e4b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97e1724d1455f" /><Relationship Type="http://schemas.openxmlformats.org/officeDocument/2006/relationships/notesSlide" Target="/ppt/notesSlides/notesSlide8.xml" Id="Rf205f78dfe284d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d704854d54c52" /><Relationship Type="http://schemas.openxmlformats.org/officeDocument/2006/relationships/notesSlide" Target="/ppt/notesSlides/notesSlide9.xml" Id="R9db5ee77621b45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e940496594df7" /><Relationship Type="http://schemas.openxmlformats.org/officeDocument/2006/relationships/notesSlide" Target="/ppt/notesSlides/notesSlide10.xml" Id="Ra9f5c4ae83ba48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0ab446d6244af" /><Relationship Type="http://schemas.openxmlformats.org/officeDocument/2006/relationships/notesSlide" Target="/ppt/notesSlides/notesSlide11.xml" Id="R207a8c0c992f4a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2d82ee7b746c1" /><Relationship Type="http://schemas.openxmlformats.org/officeDocument/2006/relationships/notesSlide" Target="/ppt/notesSlides/notesSlide12.xml" Id="Rb2280f650fe346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5c456ba744f87" /><Relationship Type="http://schemas.openxmlformats.org/officeDocument/2006/relationships/notesSlide" Target="/ppt/notesSlides/notesSlide13.xml" Id="Re92cd512849c4d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51c9e91c24548" /><Relationship Type="http://schemas.openxmlformats.org/officeDocument/2006/relationships/notesSlide" Target="/ppt/notesSlides/notesSlide14.xml" Id="R49589e7c105a41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99AD0-0535-4AC3-9BAC-A5B52C67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477500" cy="762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Billing Reconciliation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462A2-B889-448D-AA96-CB777E67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9525000" cy="628650"/>
          </a:xfrm>
          <a:prstGeom xmlns:a="http://schemas.openxmlformats.org/drawingml/2006/main" prst="roundRect">
            <a:avLst>
              <a:gd name="adj" fmla="val 1212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Temporal workflows for file validation, durable retries, and reconciliation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05BE5-B714-4639-AB9B-889F9638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495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3B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detailed walkthrough of the parent coordinator, batch children, error recovery, and compensation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7B4A4-D162-4C24-9CF0-8C33F027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95250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File-based input  •  SFTP/local files  •  Java activities  •  Continue-As-New</a:t>
            </a:r>
          </a:p>
        </p:txBody>
      </p:sp>
    </p:spTree>
    <p:extLst>
      <p:ext uri="{BB962C8B-B14F-4D97-AF65-F5344CB8AC3E}">
        <p14:creationId xmlns:p14="http://schemas.microsoft.com/office/powerpoint/2010/main" val="6368563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04E498-C423-4DA6-895D-D67B848B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implementation in one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EB0FB-7657-4E47-9C4C-982027C9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10668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billing database is gone. Files are the source of transactions and working state.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F612B-353D-4692-AAB0-6EBD0CDC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SFTP drop</a:t>
            </a:r>
          </a:p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CSV + sidecars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EF2A8-3D4D-463D-BD58-B17E2E59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19275"/>
            <a:ext cx="857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6F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EB63F-B6A2-446E-B6B7-65594078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28750"/>
            <a:ext cx="2286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Parent coordinator</a:t>
            </a:r>
          </a:p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long-running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8343C-1608-4FD5-B29B-ABA2363A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952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6F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00EAC-81BE-4C00-BE99-F1D5BE9F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Child workflows</a:t>
            </a:r>
          </a:p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file slices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8825F-3DCB-41A8-9035-EA29BA1D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19275"/>
            <a:ext cx="857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6F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9FD62-ABD4-4310-B208-FDB27EBD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42875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Reports</a:t>
            </a:r>
          </a:p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CSV/JSON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DEF7F-354A-4382-A6B8-D4C5FFC7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84C59-30A1-490C-937B-47E34C09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100012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Parent validates before fan-out and stays alive for future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EAEC2-32D2-45ED-AE68-552B753B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BED84-9BB0-4A0D-B6E2-C70CF8A9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62325"/>
            <a:ext cx="100012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Children read and write batch files, never billing database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0C6FC-0EE0-4669-8F0B-DACE0A9F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86921-B7C8-4509-A111-E82F6268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9525"/>
            <a:ext cx="100012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COMPENSATE calculates in memory, then persists corrected CSV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D16EE-FF82-4895-BF55-DA5484C1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1A1891-CFE8-4E83-806A-D2CBFC07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100012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Temporal provides retries, signals, child execution, and history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D27A7-3F03-44BE-8947-A1D0F41C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Billing Reconciliation  |  Temporal durability demo                                      2</a:t>
            </a:r>
          </a:p>
        </p:txBody>
      </p:sp>
    </p:spTree>
    <p:extLst>
      <p:ext uri="{BB962C8B-B14F-4D97-AF65-F5344CB8AC3E}">
        <p14:creationId xmlns:p14="http://schemas.microsoft.com/office/powerpoint/2010/main" val="90769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8706E-61F2-4FCE-B717-473F5DA7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Actors and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8A45F-E329-4310-AD46-BFA70784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10668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flow separates orchestration decisions from file and business logic.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08A37-B762-49DC-8D20-5B68E655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381250" cy="3333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PARENT COORDINATOR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Receives file signals</a:t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Runs LocateAndValidate</a:t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Parks failed files</a:t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Starts child workflows</a:t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Fans out COMPENSATE</a:t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Writes final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3CBBB-91B6-4045-87B1-49683791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28750"/>
            <a:ext cx="2381250" cy="3333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FILE ACTIVITIES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Copy and locate files</a:t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SHA-256 validation</a:t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Promote to work area</a:t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Slice billing and GL CSVs</a:t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Heartbeat long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AB2C2-3A3D-4327-AA93-30F49F4E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2381250" cy="3333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CHILD WORKFLOW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Validate schema</a:t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Enrich records</a:t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Apply billing rules</a:t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Match to GL</a:t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Wait for resolution</a:t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Continue-As-New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8BDED-E693-42A5-9791-2E103EBB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28750"/>
            <a:ext cx="2095500" cy="3333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FILE STORE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Batch CSVs</a:t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Processed CSVs</a:t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Discrepancies</a:t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Audit logs</a:t>
            </a:r>
          </a:p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Reports/results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CBC7C-FF5C-4631-B17C-35AF296C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Billing Reconciliation  |  Temporal durability demo                                      3</a:t>
            </a:r>
          </a:p>
        </p:txBody>
      </p:sp>
    </p:spTree>
    <p:extLst>
      <p:ext uri="{BB962C8B-B14F-4D97-AF65-F5344CB8AC3E}">
        <p14:creationId xmlns:p14="http://schemas.microsoft.com/office/powerpoint/2010/main" val="14761028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B184E-3F5B-4AFC-A8C7-5C97157C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Happy path: from file drop to child workflows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B6DC2-A953-4301-BC86-D6A9C6EF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10668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parent performs integrity validation before it creates any batch children.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8D1D7-E2F7-4291-B66A-C73CFCEA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9906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1  Generate billing CSV, GL companion, and SHA-256 sidecars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7A474-CECB-4787-A901-68E97985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28825"/>
            <a:ext cx="9906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2  Submit option 4 / process → POST /files/available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3DB02-306A-463B-B235-474762B9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76525"/>
            <a:ext cx="9906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3  Copy billing, sidecar, and GL files into destination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4BBE5-B9A6-4215-9CD7-D12F14A2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9906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4  LocateAndValidate computes SHA-256 and checks producer sidecar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13C40-C144-439C-8FC5-E8AF6FBF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9906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5  Promote validated files into work/{sha256}/ and slice batches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BC9FB-F7AE-458E-B846-F04F3FEE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9906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6  Start one BatchReconciliationWorkflow per slice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4BD4D-1753-4B65-9BEE-DD63BEAB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990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Outcome: parent moves to PROCESSING_BATCHES and tracks child workflow IDs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410A5-B718-423D-BE5C-26F10B7B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Billing Reconciliation  |  Temporal durability demo                                      4</a:t>
            </a:r>
          </a:p>
        </p:txBody>
      </p:sp>
    </p:spTree>
    <p:extLst>
      <p:ext uri="{BB962C8B-B14F-4D97-AF65-F5344CB8AC3E}">
        <p14:creationId xmlns:p14="http://schemas.microsoft.com/office/powerpoint/2010/main" val="17145823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9A619E-DA66-45A8-B6DE-50BF5EF0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Sync and async file 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9229D-9AA9-40FE-BC19-9DA9E2C9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10668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`async-copy` setting changes when the signal reaches the coordinator.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87470-CF5C-4118-B7C3-DC0EBC89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SYNC  |  async-copy: false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11A94-506B-42A7-9609-415CFE3D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81125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ASYNC  |  async-copy: true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5DCE4-22E3-4F86-87C7-ABE3BDAD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4476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Copy home → destination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FBA0B-7F59-4270-AE26-405CFF45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0" cy="5715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6F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29AFE-53A4-4AF3-BB26-253E941B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4476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Send Signal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4C0BF-393E-449C-8C93-21DEF52F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476750"/>
            <a:ext cx="12858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6F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54268-6314-4F16-8831-B7266A43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4476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Send Signal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4DA7A-1047-4AAC-BD3A-130EEBCD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0" cy="5715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6F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A112E-F5CB-46F2-BA43-806C30B7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95750"/>
            <a:ext cx="4476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Copy home → destination concurrently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D5086-E7A8-45AE-8195-AC969DD8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4476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First locate attempt normally succeeds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97DDA-0474-4BFA-B2D6-CFF11B13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381625"/>
            <a:ext cx="4476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Early FileNotFound can retry until copy finishes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630A7-3792-4236-986F-81D3624B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Billing Reconciliation  |  Temporal durability demo                                      5</a:t>
            </a:r>
          </a:p>
        </p:txBody>
      </p:sp>
    </p:spTree>
    <p:extLst>
      <p:ext uri="{BB962C8B-B14F-4D97-AF65-F5344CB8AC3E}">
        <p14:creationId xmlns:p14="http://schemas.microsoft.com/office/powerpoint/2010/main" val="5675161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C097D-F1FC-46E4-8450-AAC9ABCE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Temporal durability: what the async demo proves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8D404-2B02-43D3-922D-355D524D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10668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workflow survives a temporary absence of the file without custom polling code.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4AC8F-029D-4E43-B83C-192CCFE2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287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Signal 1 arrives before the destination copy is 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DBC8D-BA75-44E9-A754-22C5DAD2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857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E3680-4F07-45B5-B5A6-BCA321E6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81250"/>
            <a:ext cx="857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Activity attempt 1: FileNotFound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E92F0-4818-4886-9583-B280611B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0" cy="2286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1140D-1E4C-4886-8DB7-A4AE6E36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857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7EE5B-F049-4F08-85EA-A1D136A6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857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Temporal applies the configured retry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55447-A6EA-42AF-8AE7-B595909D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9950"/>
            <a:ext cx="0" cy="2286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75A00F-8B0F-45A2-90BA-FC794548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857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9D24A-143C-4F7F-847F-C6427E36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38550"/>
            <a:ext cx="857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Activity heartbeats show progress for long file 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C5444-2FA2-46ED-82B5-0B7C0D55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38600"/>
            <a:ext cx="0" cy="2286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358ED-4CE6-4870-9782-5F69783E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857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3AF72-2C54-4EE8-86CC-2A4372DE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67200"/>
            <a:ext cx="857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Copy completes in the background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A6E43-9280-4ADB-85A8-49D7D69E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0"/>
            <a:ext cx="0" cy="2286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4F4BD-52F0-47FF-A3A9-9FE689E7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857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A48F1-D7BB-4171-B634-6DDFAB34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95850"/>
            <a:ext cx="857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Later attempt locates and validates the 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4F00E-AE44-47D7-B200-17F23654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95900"/>
            <a:ext cx="0" cy="2286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27D9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A64A9-5FF5-47A6-972D-258D88A2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857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79E90-36C6-44EE-9CCD-7A88E4D3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24500"/>
            <a:ext cx="857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Parent continues to slice and start children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966036-F33E-4CED-9390-5B40642E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Billing Reconciliation  |  Temporal durability demo                                      6</a:t>
            </a:r>
          </a:p>
        </p:txBody>
      </p:sp>
    </p:spTree>
    <p:extLst>
      <p:ext uri="{BB962C8B-B14F-4D97-AF65-F5344CB8AC3E}">
        <p14:creationId xmlns:p14="http://schemas.microsoft.com/office/powerpoint/2010/main" val="21363326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9A4CA9-1166-4137-B828-229D6C8D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File-validation error: induce the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DAA05-A464-4B9A-A50D-EC512C99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10668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 bad checksum is a deliberate, non-retryable validation error.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4EE61-C1B7-406A-B507-68476E0B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Option 2 / data</a:t>
            </a:r>
          </a:p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Generate normal drop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6A4BC-13CA-4F6D-8CCB-8A4D1067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0500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6F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F50E8-66D6-45DE-B81F-5B1E9FB7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81125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Edit CSV or</a:t>
            </a:r>
          </a:p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.sha256 sidecar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9CC38-7015-4F09-9AD9-69510210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6F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BB48D-3DE5-4AAA-88C6-A3DB5FBD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81125"/>
            <a:ext cx="2667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Option 4 / process</a:t>
            </a:r>
          </a:p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Signal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43D29-9CF9-4076-BAD9-695647F7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88582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LocateAndValidate computes actual SHA-256 and compares it to the producer sidecar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1B92C-753A-4E05-882F-E7A8B29E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88582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Mismatch → HashMismatch / GlHashMismatch → activity fails red after policy → parent catches ActivityFailure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99DE8-1CCB-45CB-9953-BFFF5E4A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62625"/>
            <a:ext cx="88582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Parent remains running and enters WAITING_FOR_CORRECTION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3D02D-7FDE-4F56-8DF2-913F2AD3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Billing Reconciliation  |  Temporal durability demo                                      7</a:t>
            </a:r>
          </a:p>
        </p:txBody>
      </p:sp>
    </p:spTree>
    <p:extLst>
      <p:ext uri="{BB962C8B-B14F-4D97-AF65-F5344CB8AC3E}">
        <p14:creationId xmlns:p14="http://schemas.microsoft.com/office/powerpoint/2010/main" val="9059028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81231-FC7B-4544-B824-0C9955D7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Correct the file and reprocess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DEFFC-2417-4E12-9137-271E0306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10668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correction returns through the same coordinator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3681F-E91D-492E-9976-4BA6B947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85875"/>
            <a:ext cx="1009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1  Restore the CSV or regenerate a matching .sha256 sidecar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78587-512D-4D08-89C7-9BBBE1A3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1009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2  If the same filename was corrected, option 4 can submit Signal 1 again as a normal 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F1C7B-CB46-4609-8C3D-26F04673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009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3  For a file parked in WAITING_FOR_CORRECTION, option 7 / retry sends Signal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AEA99-4ECF-48DB-9CB8-58E66DA6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1009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4  The API copies the corrected drop, then the parent re-runs LocateAndValidate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DFCA8-1E44-4CF4-8CD2-3B6752A9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71875"/>
            <a:ext cx="1009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5  A corrected content hash creates a new file identity and new work directory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34995-CD4B-4352-8CE6-4ECAFB3A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1009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6  The parent slices again and starts corrected child workflows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1C657-8AAB-4074-B5FE-5DA00361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09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Implementation note: option 7 is the intended correction path. Option 4 is Signal 1 and does not remove the old waiting entry.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D53B9-4186-4A60-A86F-130C1420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Billing Reconciliation  |  Temporal durability demo                                      8</a:t>
            </a:r>
          </a:p>
        </p:txBody>
      </p:sp>
    </p:spTree>
    <p:extLst>
      <p:ext uri="{BB962C8B-B14F-4D97-AF65-F5344CB8AC3E}">
        <p14:creationId xmlns:p14="http://schemas.microsoft.com/office/powerpoint/2010/main" val="20330996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09EFE-9319-46F1-8945-DEA2A083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Child workflow: reconciliation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67183-4949-4E4D-B589-31C34395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10668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Every child works against a bounded file slice and durable working artifacts.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3732B-F190-4C69-8745-21E91F01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4095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VALIDATE_SCHEMA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B280B-BA96-4828-8E9A-EFAF284A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095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HANDLE_VALIDATION_ERRORS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4F579-F23C-43F8-9C7E-A89B25B5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4095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FETCH_VENDOR_DATA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1BBCA-3ED7-4C91-AB0E-59359D4D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4095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FETCH_CUSTOMER_DATA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59D9D-CCDD-4879-9BF8-206AEA2D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4095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ENRICH_RECORDS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56A33-F0F3-4FAB-8890-71BB1F7D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APPLY_BILLING_RULES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208F8-B38F-46E2-B3C3-CD2FC724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CALCULATE_ADJUSTMENTS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99EBE-11E8-4A97-942E-4E8F9F80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APPLY_PENALTIES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9349D-57D9-46EF-924F-A111943E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QUERY_GL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E6CCB-BCEA-4CD9-88A2-9C3ADD5E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MATCH_TRANSACTIONS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36529-B233-4C92-956C-D3D87CF6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IDENTIFY_DISCREPANCIES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FD56C-6449-4D19-AD21-52237F82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0625"/>
            <a:ext cx="10001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No discrepancy → complete. Discrepancy → WAITING_FOR_SIGNAL until COMPENSATE arrives.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4BFA5-652D-43B1-9DB1-EE22E5EC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Billing Reconciliation  |  Temporal durability demo                                      9</a:t>
            </a:r>
          </a:p>
        </p:txBody>
      </p:sp>
    </p:spTree>
    <p:extLst>
      <p:ext uri="{BB962C8B-B14F-4D97-AF65-F5344CB8AC3E}">
        <p14:creationId xmlns:p14="http://schemas.microsoft.com/office/powerpoint/2010/main" val="12280419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FBA6D0-9A6B-4F32-9E8D-F6E2BCB3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Compensation: memory for calculation, files for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B76EA-CCD2-49B3-AD4B-51694FF0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10668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implementation removes database updates while preserving reprocessing durability.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15532-C6D1-4CF5-9513-8C83D11A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Load affected processed rows</a:t>
            </a:r>
          </a:p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and GL amounts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C2283-B6EB-49E6-93C4-C607A949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05000"/>
            <a:ext cx="9048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6F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2B6C0-D55F-4EAE-96D7-DB4DAF2A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CompensationPolicy</a:t>
            </a:r>
          </a:p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calculates corrections in memory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B66BF-33B6-4DAA-ACBD-72E9BCDE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0"/>
            <a:ext cx="952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6F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95DDC-0F6B-4AF1-BAED-24ECF2A5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Write corrected billing,</a:t>
            </a:r>
          </a:p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processed, discrepancy CSVs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9B542-3E6F-4002-80B3-FCC58414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5636E-83A5-404F-8C2B-D9712A4F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95250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Parent or child accepts only COMPENSATE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BDDE0-B3CF-4DCF-A9CB-3B565C48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18D71-959E-464D-B79C-07E0C563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48075"/>
            <a:ext cx="95250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Child marks selected discrepancy IDs as compensated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5B6A9-2B52-4898-828C-D3AA4720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47776-0208-4C39-AC65-7C780210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5250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Continue-As-New carries the round and original problem IDs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429EBB-D05C-4C36-A347-74854F5C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17932-B637-49AF-AA66-CA33DEDC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62475"/>
            <a:ext cx="95250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Next run reloads the corrected CSV state and re-checks the batch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18546-F891-4D17-98A0-DE67D769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Billing Reconciliation  |  Temporal durability demo                                      10</a:t>
            </a:r>
          </a:p>
        </p:txBody>
      </p:sp>
    </p:spTree>
    <p:extLst>
      <p:ext uri="{BB962C8B-B14F-4D97-AF65-F5344CB8AC3E}">
        <p14:creationId xmlns:p14="http://schemas.microsoft.com/office/powerpoint/2010/main" val="13421160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34C423-B5D8-47B0-A480-6E222F60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Error cases and recovery paths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2E30D-C9E6-4B4E-8F4D-7B01850A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10668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Each failure has a distinct Temporal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05C5D-D253-4520-A82E-3AB0AAA9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File not found yet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E642B-17E9-423B-8D0E-F76D62E8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81125"/>
            <a:ext cx="2762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FileNotFound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79DE6-BFED-4C66-BEA8-0301CF14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8112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Retryable activity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EA76B-699C-4895-9A8B-58409CAA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81125"/>
            <a:ext cx="2762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Copy may still be landing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35376-1F30-4B4F-A049-9F55B6EF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Missing sidecar / GL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0B051-FD0D-42C5-9DA4-EBD2CA86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33575"/>
            <a:ext cx="2762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ChecksumNotFound / GlFileNotFound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D5DED-E938-48BA-ABE0-6001BF16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3357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Retryable activity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F1D62-32B5-4656-8B48-62690A44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33575"/>
            <a:ext cx="2762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Wait for complete drop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9CCA2-F515-4514-B5EE-D7115A0C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Wrong billing hash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FB477-2EDB-46B0-9D49-D093B3D7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86025"/>
            <a:ext cx="2762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HashMismatch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9E0CB-7658-4578-AD85-7F932C60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8602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Non-retryable activity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1780B-8351-4066-B376-04DC23BC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86025"/>
            <a:ext cx="2762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Correct file, then Signal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CEAC9-E00F-4646-8B39-5411AD7F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Wrong GL hash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5F071F-5CF2-4C85-A27B-E0921FC9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38475"/>
            <a:ext cx="2762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GlHashMismatch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0213BD-FED9-40D0-AC63-268D4CE0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3847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Non-retryable activity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18EE07-BA4E-419E-92B5-43367E9B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38475"/>
            <a:ext cx="2762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Correct companion and retry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84EE6-96DE-49B6-A7C3-9B4FCBBD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Child discrepancy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70B1B-5C29-4D2F-A6F3-C17D8CB2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90925"/>
            <a:ext cx="2762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Discrepancy summary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5B1246-4A5B-4A79-8311-DD547F38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9092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Workflow waits for 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E235B7-A2EA-458E-94DB-449EB8F1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762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Send COMPENSATE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471FAF-E68A-4862-A00F-E88B4941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Resolution round limit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39585B-3C3E-463F-9010-E0300856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43375"/>
            <a:ext cx="2762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Unresolved discrepancies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595BC7-01C2-4466-8EC2-31B19467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4337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Completes with unresolved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404DA4-9F4B-4586-B018-519FDCC9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762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Review reports and state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F94649-EA59-499E-B091-E35B8381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Billing Reconciliation  |  Temporal durability demo                                      11</a:t>
            </a:r>
          </a:p>
        </p:txBody>
      </p:sp>
    </p:spTree>
    <p:extLst>
      <p:ext uri="{BB962C8B-B14F-4D97-AF65-F5344CB8AC3E}">
        <p14:creationId xmlns:p14="http://schemas.microsoft.com/office/powerpoint/2010/main" val="10805356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F16D6-E59C-4EAA-B5AC-7232E40A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Demo.ps1: complete operator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54C52-BEF6-4F76-B4C7-EA079C85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10668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script exposes the workflow controls without hiding the underlying Temporal states.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F3660-8FFE-4F5C-8E74-D4ACF4A0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85875"/>
            <a:ext cx="990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up → start infrastructure and coordinator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45DB5-A5D9-4EAE-9622-0294E6BD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33550"/>
            <a:ext cx="990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data → generate billing/GL files and sidecars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79818-A7FD-4939-B290-9E8562AE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990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files → inspect available drops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86E39-0402-46E4-9551-E30731CF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990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process → Signal 1 and begin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37C1A-838E-46BE-8572-8962DA74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76575"/>
            <a:ext cx="990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status → inspect coordinator and child IDs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3A471-FF59-42D2-B75B-AC4C3283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990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resolve → COMPENSATE all, one batch, or one transaction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731AE-77C9-4A63-A16A-80BABADF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71925"/>
            <a:ext cx="990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retry → Signal 2 for corrected 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62DF2-9E4B-4159-BFCC-33C2CDAD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990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fail → missing-file failure and WAITING_FOR_CORRECTION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81AFF-3AEF-450E-A5D4-A7AEF40F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67275"/>
            <a:ext cx="990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large → explicit async durable-retry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8A489-B2A6-4E10-9744-8F88306A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990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restart / stop / down / clear → lifecycle and reset helpers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116D6-8531-46B0-A779-0AEFBF9B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Billing Reconciliation  |  Temporal durability demo                                      12</a:t>
            </a:r>
          </a:p>
        </p:txBody>
      </p:sp>
    </p:spTree>
    <p:extLst>
      <p:ext uri="{BB962C8B-B14F-4D97-AF65-F5344CB8AC3E}">
        <p14:creationId xmlns:p14="http://schemas.microsoft.com/office/powerpoint/2010/main" val="17967722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A05E6-7975-4F58-8091-CF6CE75F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Observe the proof in Temporal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CCFAF-9E8B-4A25-A782-F448A7E2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10668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UI makes orchestration state visible at each recovery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A9B1D-6B2E-491B-BE21-9018B251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B96CF-444B-4368-BB98-9229F45E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81125"/>
            <a:ext cx="96202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Parent: LISTENING → VALIDATE_FILE → PROCESSING_BATCHES → LISTENING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37729-7F54-4E72-A71E-DE95B12C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C6BAC-8071-4F0C-BFA0-BFE9FDB9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38325"/>
            <a:ext cx="96202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Async arrival: activity attempt history shows FileNotFound before success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D297A-C9B6-41F8-98C0-83FF9C92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43F63-4E2F-4CDA-90AB-E5C0F0F8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96202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Validation error: red activity, then WAITING_FOR_CORRECTION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799E0-2A81-4F57-9F59-C5FEBF9E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AE290-7170-4404-BF28-78089A96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52725"/>
            <a:ext cx="96202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Child discrepancy: WAITING_FOR_SIGNAL until COMPENSATE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AD075-9686-43A5-9F2A-F99AED80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DA549-4C20-4DF5-B549-AFE418F1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9925"/>
            <a:ext cx="96202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Continue-As-New: bounded history with carried coordinator or child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4058E-1DF9-41DE-92DE-365FAF6A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D1386-47E4-4D05-8594-22A12322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67125"/>
            <a:ext cx="96202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Queries and memo/details expose current file, child IDs, and discrepancy IDs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1D6B9-97A6-47A2-B4FF-0B09BA7B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990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Use option 5 / status plus the Temporal UI URL printed by demo.ps1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A9B8CA-6AAB-4067-BDBE-75C2A633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Billing Reconciliation  |  Temporal durability demo                                      13</a:t>
            </a:r>
          </a:p>
        </p:txBody>
      </p:sp>
    </p:spTree>
    <p:extLst>
      <p:ext uri="{BB962C8B-B14F-4D97-AF65-F5344CB8AC3E}">
        <p14:creationId xmlns:p14="http://schemas.microsoft.com/office/powerpoint/2010/main" val="13773124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A81EC-D8B6-4EFB-88B8-010B4C43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Key 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A5656-6D61-4AD6-92F1-4F57C0D5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10668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The demo shows durable orchestration around ordinary file and Java activity code.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CF5B8-B7FF-4E3C-8375-0132B37E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76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Files replace the billing database as the source of truth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EE0A1-4E8F-4706-9404-AA7999C9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76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Signals let the coordinator wait without losing workflow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DC7EB-44FE-4C9B-B431-2BCE4812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76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Retries absorb temporary file-arrival gaps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D4031-B1CB-4AEB-B002-14BB4FCC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76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Validation failures pause safely until a corrected drop arrives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734D5-3580-46D2-B429-7D6761FC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00625"/>
            <a:ext cx="7429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Compensation recalculates in memory, persists file state, and replays through Continue-As-New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49CBF-32B1-4608-B3E8-EE41E504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Billing Reconciliation  |  Temporal durability demo                                      14</a:t>
            </a:r>
          </a:p>
        </p:txBody>
      </p:sp>
    </p:spTree>
    <p:extLst>
      <p:ext uri="{BB962C8B-B14F-4D97-AF65-F5344CB8AC3E}">
        <p14:creationId xmlns:p14="http://schemas.microsoft.com/office/powerpoint/2010/main" val="1537099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2026-09-11T11:32:03.3670000Z</dcterms:created>
  <dcterms:modified xsi:type="dcterms:W3CDTF">2026-09-11T11:32:03.3670000Z</dcterms:modified>
</coreProperties>
</file>